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4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1" r:id="rId8"/>
    <p:sldId id="268" r:id="rId9"/>
    <p:sldId id="269" r:id="rId10"/>
    <p:sldId id="270" r:id="rId11"/>
    <p:sldId id="271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6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5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0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2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1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5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2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0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887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1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7651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89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66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4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5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3" y="1391653"/>
            <a:ext cx="8218036" cy="1537814"/>
          </a:xfrm>
        </p:spPr>
        <p:txBody>
          <a:bodyPr>
            <a:normAutofit/>
          </a:bodyPr>
          <a:lstStyle/>
          <a:p>
            <a:r>
              <a:rPr sz="4000" b="1" dirty="0" err="1">
                <a:solidFill>
                  <a:schemeClr val="tx1"/>
                </a:solidFill>
              </a:rPr>
              <a:t>AmazeCare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sz="4000" b="1" dirty="0">
                <a:solidFill>
                  <a:schemeClr val="tx1"/>
                </a:solidFill>
              </a:rPr>
              <a:t>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3" y="3810000"/>
            <a:ext cx="7540701" cy="1656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Trainer’s Name:                                                Presented By:</a:t>
            </a:r>
          </a:p>
          <a:p>
            <a:pPr marL="0" indent="0">
              <a:buNone/>
            </a:pPr>
            <a:r>
              <a:rPr lang="en-US" sz="2000" b="1" dirty="0" err="1"/>
              <a:t>Mr.Javeed</a:t>
            </a:r>
            <a:r>
              <a:rPr lang="en-US" sz="2000" b="1" dirty="0"/>
              <a:t>                                                         Bhoomika D</a:t>
            </a:r>
            <a:endParaRPr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1AAB-E6F2-87BA-E926-B9E1E583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FE140B-DF7F-BDDB-10B8-0A947BC35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2054264"/>
            <a:ext cx="799449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systems require efficient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error-prone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solutions 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and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AmazeCare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healthcare management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50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32B3-70F5-607C-0037-9A005D4B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Scope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A427-C45F-0495-A6AD-CCAEFB59F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71134"/>
            <a:ext cx="7281334" cy="417023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• Efficient Appointment Booking: Enable patients to schedule appointments online, reducing waiting times and improving overall patient experience.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• Comprehensive Medical Records: Store and manage patient medical records electronically for easy access by healthcare providers.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Administrative Automation: Simplify administrative tasks such as handling medical records, staff records.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37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56732"/>
            <a:ext cx="6347713" cy="9736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3008EF3-2B23-EEE2-7B7F-D0DB24520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533" y="1938851"/>
            <a:ext cx="8537736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Design and develop </a:t>
            </a:r>
            <a:r>
              <a:rPr lang="en-US" sz="2000" b="1" dirty="0" err="1"/>
              <a:t>AmazeCare</a:t>
            </a:r>
            <a:r>
              <a:rPr lang="en-US" sz="2000" dirty="0"/>
              <a:t>, a full-stack healthcare application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dirty="0"/>
              <a:t>Streamline </a:t>
            </a:r>
            <a:r>
              <a:rPr lang="en-US" sz="2000" b="1" dirty="0"/>
              <a:t>patient management</a:t>
            </a:r>
            <a:r>
              <a:rPr lang="en-US" sz="2000" dirty="0"/>
              <a:t> and healthcare services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Enable interaction between </a:t>
            </a:r>
            <a:r>
              <a:rPr lang="en-US" sz="2000" b="1" dirty="0"/>
              <a:t>patients, doctors, and admin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Ensure efficient </a:t>
            </a:r>
            <a:r>
              <a:rPr lang="en-US" sz="2000" b="1" dirty="0"/>
              <a:t>appointments, records, and communication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Module </a:t>
            </a:r>
          </a:p>
          <a:p>
            <a:r>
              <a:rPr lang="en-US" dirty="0"/>
              <a:t>Doctor Module </a:t>
            </a:r>
          </a:p>
          <a:p>
            <a:r>
              <a:rPr lang="en-US" dirty="0"/>
              <a:t>Admin Module </a:t>
            </a:r>
          </a:p>
          <a:p>
            <a:r>
              <a:rPr lang="en-US" dirty="0"/>
              <a:t>Appointment Module </a:t>
            </a:r>
          </a:p>
          <a:p>
            <a:r>
              <a:rPr lang="en-US" dirty="0"/>
              <a:t>Security Module </a:t>
            </a:r>
          </a:p>
          <a:p>
            <a:r>
              <a:rPr lang="en-US" dirty="0"/>
              <a:t>Medical Records Module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</a:t>
            </a:r>
            <a:endParaRPr lang="en-US" dirty="0"/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Authentication: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Patient Features</a:t>
            </a:r>
            <a:r>
              <a:rPr lang="en-US" sz="2400" dirty="0"/>
              <a:t>        Doctor Features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33" y="1422400"/>
            <a:ext cx="3445934" cy="1947333"/>
          </a:xfrm>
        </p:spPr>
        <p:txBody>
          <a:bodyPr/>
          <a:lstStyle/>
          <a:p>
            <a:r>
              <a:rPr dirty="0"/>
              <a:t>• Register/Login</a:t>
            </a:r>
          </a:p>
          <a:p>
            <a:r>
              <a:rPr dirty="0"/>
              <a:t>• Book Appointment</a:t>
            </a:r>
          </a:p>
          <a:p>
            <a:r>
              <a:rPr dirty="0"/>
              <a:t>• View Medical History</a:t>
            </a:r>
          </a:p>
          <a:p>
            <a:r>
              <a:rPr dirty="0"/>
              <a:t>• Cancel/Reschedule Appointments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17210-D8C7-A95E-529E-DB0F7314D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4" y="1371600"/>
            <a:ext cx="4631266" cy="434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F7D341-1E92-75A9-81DB-5C5C8321C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33" y="4402666"/>
            <a:ext cx="6358679" cy="36914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93EE87E-7EEA-1969-9DC1-EFAB1C32366C}"/>
              </a:ext>
            </a:extLst>
          </p:cNvPr>
          <p:cNvSpPr txBox="1">
            <a:spLocks/>
          </p:cNvSpPr>
          <p:nvPr/>
        </p:nvSpPr>
        <p:spPr>
          <a:xfrm>
            <a:off x="609599" y="4114798"/>
            <a:ext cx="3445935" cy="381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Admin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0F323-ED32-23FC-C7E7-45DF34B3F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67" y="414868"/>
            <a:ext cx="6629400" cy="59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5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073A-99C2-EBF1-53FE-ABD896F3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28E7-F4AB-4D6D-0FAD-C81A02591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75734"/>
            <a:ext cx="6347714" cy="787399"/>
          </a:xfrm>
        </p:spPr>
        <p:txBody>
          <a:bodyPr>
            <a:normAutofit/>
          </a:bodyPr>
          <a:lstStyle/>
          <a:p>
            <a:r>
              <a:rPr lang="en-US" sz="3600" dirty="0"/>
              <a:t>Screenshots</a:t>
            </a:r>
            <a:endParaRPr lang="en-IN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76BF5B-095A-0827-C7CF-A347BB25F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9"/>
          <a:stretch>
            <a:fillRect/>
          </a:stretch>
        </p:blipFill>
        <p:spPr>
          <a:xfrm>
            <a:off x="0" y="1718733"/>
            <a:ext cx="9144000" cy="485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0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EFE4D7-20D6-228C-D9CB-F6FC19B1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73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57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B7E7-A9A2-C4C7-BA66-080410E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6A75D-6DD4-810D-93CE-BACB9C25C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1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EB74CA-8AB3-0C95-4C04-8688E65F8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1761877"/>
            <a:ext cx="777007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AmazeCare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healthcare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and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secure and scalable 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overall patient care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207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AmazeCare  Hospital Management System</vt:lpstr>
      <vt:lpstr>Introduction</vt:lpstr>
      <vt:lpstr>Scope</vt:lpstr>
      <vt:lpstr>Definition</vt:lpstr>
      <vt:lpstr>Modules</vt:lpstr>
      <vt:lpstr>Technologies Used</vt:lpstr>
      <vt:lpstr>Patient Features        Doctor Features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Bhoomika Devarajan</dc:creator>
  <cp:keywords/>
  <dc:description>generated using python-pptx</dc:description>
  <cp:lastModifiedBy>sujadevarajan917@outlook.com</cp:lastModifiedBy>
  <cp:revision>2</cp:revision>
  <dcterms:created xsi:type="dcterms:W3CDTF">2013-01-27T09:14:16Z</dcterms:created>
  <dcterms:modified xsi:type="dcterms:W3CDTF">2026-03-31T11:50:54Z</dcterms:modified>
  <cp:category/>
</cp:coreProperties>
</file>